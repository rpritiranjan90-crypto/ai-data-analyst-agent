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AI Data Analyst Agent</a:t>
            </a:r>
          </a:p>
          <a:p>
            <a:pPr>
              <a:defRPr sz="1800">
                <a:solidFill>
                  <a:srgbClr val="2563EB"/>
                </a:solidFill>
              </a:defRPr>
            </a:pPr>
            <a:r>
              <a:t>Executive Dataset Intelligence &amp; Predictive Analytics Report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Executive Dataset Summary</a:t>
            </a:r>
          </a:p>
          <a:p>
            <a:pPr>
              <a:defRPr sz="1600"/>
            </a:pPr>
            <a:r>
              <a:t>• Total Records Processed: 5,000 rows</a:t>
            </a:r>
            <a:br/>
            <a:r>
              <a:t>• Attributes &amp; Features: 2 columns</a:t>
            </a:r>
            <a:br/>
            <a:r>
              <a:t>• DuckDB Engine Status: In-Memory High Performance</a:t>
            </a:r>
            <a:br/>
            <a:r>
              <a:t>• Security Level: OWASP 5-Pillar Hardened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